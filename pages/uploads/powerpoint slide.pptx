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E29ADCC-BC14-4675-92E2-9EE24C67487A}" type="datetimeFigureOut">
              <a:rPr lang="en-US" smtClean="0"/>
              <a:t>5/15/2024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7F035-DD41-417E-87DE-BD2CFA62EB4A}" type="slidenum">
              <a:rPr lang="en-US" smtClean="0"/>
              <a:t>‹#›</a:t>
            </a:fld>
            <a:endParaRPr lang="en-US"/>
          </a:p>
        </p:txBody>
      </p:sp>
    </p:spTree>
    <p:extLst>
      <p:ext uri="{BB962C8B-B14F-4D97-AF65-F5344CB8AC3E}">
        <p14:creationId xmlns:p14="http://schemas.microsoft.com/office/powerpoint/2010/main" val="4006948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29ADCC-BC14-4675-92E2-9EE24C67487A}" type="datetimeFigureOut">
              <a:rPr lang="en-US" smtClean="0"/>
              <a:t>5/15/2024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7F035-DD41-417E-87DE-BD2CFA62EB4A}" type="slidenum">
              <a:rPr lang="en-US" smtClean="0"/>
              <a:t>‹#›</a:t>
            </a:fld>
            <a:endParaRPr lang="en-US"/>
          </a:p>
        </p:txBody>
      </p:sp>
    </p:spTree>
    <p:extLst>
      <p:ext uri="{BB962C8B-B14F-4D97-AF65-F5344CB8AC3E}">
        <p14:creationId xmlns:p14="http://schemas.microsoft.com/office/powerpoint/2010/main" val="2383406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E29ADCC-BC14-4675-92E2-9EE24C67487A}" type="datetimeFigureOut">
              <a:rPr lang="en-US" smtClean="0"/>
              <a:t>5/15/2024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7F035-DD41-417E-87DE-BD2CFA62EB4A}" type="slidenum">
              <a:rPr lang="en-US" smtClean="0"/>
              <a:t>‹#›</a:t>
            </a:fld>
            <a:endParaRPr lang="en-US"/>
          </a:p>
        </p:txBody>
      </p:sp>
    </p:spTree>
    <p:extLst>
      <p:ext uri="{BB962C8B-B14F-4D97-AF65-F5344CB8AC3E}">
        <p14:creationId xmlns:p14="http://schemas.microsoft.com/office/powerpoint/2010/main" val="3686668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E29ADCC-BC14-4675-92E2-9EE24C67487A}" type="datetimeFigureOut">
              <a:rPr lang="en-US" smtClean="0"/>
              <a:t>5/15/2024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27F035-DD41-417E-87DE-BD2CFA62EB4A}" type="slidenum">
              <a:rPr lang="en-US" smtClean="0"/>
              <a:t>‹#›</a:t>
            </a:fld>
            <a:endParaRPr lang="en-US"/>
          </a:p>
        </p:txBody>
      </p:sp>
    </p:spTree>
    <p:extLst>
      <p:ext uri="{BB962C8B-B14F-4D97-AF65-F5344CB8AC3E}">
        <p14:creationId xmlns:p14="http://schemas.microsoft.com/office/powerpoint/2010/main" val="2377550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E29ADCC-BC14-4675-92E2-9EE24C67487A}" type="datetimeFigureOut">
              <a:rPr lang="en-US" smtClean="0"/>
              <a:t>5/15/2024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27F035-DD41-417E-87DE-BD2CFA62EB4A}" type="slidenum">
              <a:rPr lang="en-US" smtClean="0"/>
              <a:t>‹#›</a:t>
            </a:fld>
            <a:endParaRPr lang="en-US"/>
          </a:p>
        </p:txBody>
      </p:sp>
    </p:spTree>
    <p:extLst>
      <p:ext uri="{BB962C8B-B14F-4D97-AF65-F5344CB8AC3E}">
        <p14:creationId xmlns:p14="http://schemas.microsoft.com/office/powerpoint/2010/main" val="1968495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E29ADCC-BC14-4675-92E2-9EE24C67487A}" type="datetimeFigureOut">
              <a:rPr lang="en-US" smtClean="0"/>
              <a:t>5/15/2024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27F035-DD41-417E-87DE-BD2CFA62EB4A}" type="slidenum">
              <a:rPr lang="en-US" smtClean="0"/>
              <a:t>‹#›</a:t>
            </a:fld>
            <a:endParaRPr lang="en-US"/>
          </a:p>
        </p:txBody>
      </p:sp>
    </p:spTree>
    <p:extLst>
      <p:ext uri="{BB962C8B-B14F-4D97-AF65-F5344CB8AC3E}">
        <p14:creationId xmlns:p14="http://schemas.microsoft.com/office/powerpoint/2010/main" val="2816355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29ADCC-BC14-4675-92E2-9EE24C67487A}" type="datetimeFigureOut">
              <a:rPr lang="en-US" smtClean="0"/>
              <a:t>5/15/2024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27F035-DD41-417E-87DE-BD2CFA62EB4A}" type="slidenum">
              <a:rPr lang="en-US" smtClean="0"/>
              <a:t>‹#›</a:t>
            </a:fld>
            <a:endParaRPr lang="en-US"/>
          </a:p>
        </p:txBody>
      </p:sp>
    </p:spTree>
    <p:extLst>
      <p:ext uri="{BB962C8B-B14F-4D97-AF65-F5344CB8AC3E}">
        <p14:creationId xmlns:p14="http://schemas.microsoft.com/office/powerpoint/2010/main" val="3050272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29ADCC-BC14-4675-92E2-9EE24C67487A}" type="datetimeFigureOut">
              <a:rPr lang="en-US" smtClean="0"/>
              <a:t>5/15/2024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27F035-DD41-417E-87DE-BD2CFA62EB4A}" type="slidenum">
              <a:rPr lang="en-US" smtClean="0"/>
              <a:t>‹#›</a:t>
            </a:fld>
            <a:endParaRPr lang="en-US"/>
          </a:p>
        </p:txBody>
      </p:sp>
    </p:spTree>
    <p:extLst>
      <p:ext uri="{BB962C8B-B14F-4D97-AF65-F5344CB8AC3E}">
        <p14:creationId xmlns:p14="http://schemas.microsoft.com/office/powerpoint/2010/main" val="3218425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29ADCC-BC14-4675-92E2-9EE24C67487A}" type="datetimeFigureOut">
              <a:rPr lang="en-US" smtClean="0"/>
              <a:t>5/15/2024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27F035-DD41-417E-87DE-BD2CFA62EB4A}" type="slidenum">
              <a:rPr lang="en-US" smtClean="0"/>
              <a:t>‹#›</a:t>
            </a:fld>
            <a:endParaRPr lang="en-US"/>
          </a:p>
        </p:txBody>
      </p:sp>
    </p:spTree>
    <p:extLst>
      <p:ext uri="{BB962C8B-B14F-4D97-AF65-F5344CB8AC3E}">
        <p14:creationId xmlns:p14="http://schemas.microsoft.com/office/powerpoint/2010/main" val="325760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29ADCC-BC14-4675-92E2-9EE24C67487A}" type="datetimeFigureOut">
              <a:rPr lang="en-US" smtClean="0"/>
              <a:t>5/15/2024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7F035-DD41-417E-87DE-BD2CFA62EB4A}" type="slidenum">
              <a:rPr lang="en-US" smtClean="0"/>
              <a:t>‹#›</a:t>
            </a:fld>
            <a:endParaRPr lang="en-US"/>
          </a:p>
        </p:txBody>
      </p:sp>
    </p:spTree>
    <p:extLst>
      <p:ext uri="{BB962C8B-B14F-4D97-AF65-F5344CB8AC3E}">
        <p14:creationId xmlns:p14="http://schemas.microsoft.com/office/powerpoint/2010/main" val="3979293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29ADCC-BC14-4675-92E2-9EE24C67487A}" type="datetimeFigureOut">
              <a:rPr lang="en-US" smtClean="0"/>
              <a:t>5/15/2024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7F035-DD41-417E-87DE-BD2CFA62EB4A}" type="slidenum">
              <a:rPr lang="en-US" smtClean="0"/>
              <a:t>‹#›</a:t>
            </a:fld>
            <a:endParaRPr lang="en-US"/>
          </a:p>
        </p:txBody>
      </p:sp>
    </p:spTree>
    <p:extLst>
      <p:ext uri="{BB962C8B-B14F-4D97-AF65-F5344CB8AC3E}">
        <p14:creationId xmlns:p14="http://schemas.microsoft.com/office/powerpoint/2010/main" val="418479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29ADCC-BC14-4675-92E2-9EE24C67487A}" type="datetimeFigureOut">
              <a:rPr lang="en-US" smtClean="0"/>
              <a:t>5/15/2024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27F035-DD41-417E-87DE-BD2CFA62EB4A}" type="slidenum">
              <a:rPr lang="en-US" smtClean="0"/>
              <a:t>‹#›</a:t>
            </a:fld>
            <a:endParaRPr lang="en-US"/>
          </a:p>
        </p:txBody>
      </p:sp>
    </p:spTree>
    <p:extLst>
      <p:ext uri="{BB962C8B-B14F-4D97-AF65-F5344CB8AC3E}">
        <p14:creationId xmlns:p14="http://schemas.microsoft.com/office/powerpoint/2010/main" val="2192167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
            <a:ext cx="9144000" cy="5769735"/>
          </a:xfrm>
        </p:spPr>
        <p:txBody>
          <a:bodyPr>
            <a:normAutofit/>
          </a:bodyPr>
          <a:lstStyle/>
          <a:p>
            <a:r>
              <a:rPr lang="en-US" sz="1400" b="1" dirty="0"/>
              <a:t>A FACE RECOGNITION SYSTEM </a:t>
            </a:r>
            <a:r>
              <a:rPr lang="en-US" sz="1400" b="1" dirty="0">
                <a:latin typeface="Times" panose="02020603050405020304" pitchFamily="18" charset="0"/>
              </a:rPr>
              <a:t>USING</a:t>
            </a:r>
            <a:r>
              <a:rPr lang="en-US" sz="1400" b="1" dirty="0"/>
              <a:t> COMPUTER VISION AND MACHING LEARNING</a:t>
            </a:r>
            <a:r>
              <a:rPr lang="en-US" sz="1400" dirty="0"/>
              <a:t/>
            </a:r>
            <a:br>
              <a:rPr lang="en-US" sz="1400" dirty="0"/>
            </a:br>
            <a:r>
              <a:rPr lang="en-US" sz="1400" b="1" dirty="0"/>
              <a:t> </a:t>
            </a:r>
            <a:r>
              <a:rPr lang="en-US" sz="1400" dirty="0"/>
              <a:t/>
            </a:r>
            <a:br>
              <a:rPr lang="en-US" sz="1400" dirty="0"/>
            </a:br>
            <a:r>
              <a:rPr lang="en-US" sz="1400" b="1" dirty="0"/>
              <a:t> </a:t>
            </a:r>
            <a:r>
              <a:rPr lang="en-US" sz="1400" dirty="0"/>
              <a:t/>
            </a:r>
            <a:br>
              <a:rPr lang="en-US" sz="1400" dirty="0"/>
            </a:br>
            <a:r>
              <a:rPr lang="en-US" sz="1400" b="1" dirty="0">
                <a:latin typeface="Times" panose="02020603050405020304" pitchFamily="18" charset="0"/>
              </a:rPr>
              <a:t>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BY:</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ABDULKADIR SANUSI K ATIKU</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H21CS097</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A PROJECT SUBMITTED TO THE DEPARTMENT OF COMPUTER STUDIES HASSAN USMAN KATSINA POLYTECHNIC, KATSINA STATE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IN PARTIAL FULFILLMENT OF THE REQUIREMENTS FOR THE AWARD OF HIGHER NATIONAL DIPLOMA IN COMPUTER SCIENCE</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 </a:t>
            </a:r>
            <a:r>
              <a:rPr lang="en-US" sz="1400" dirty="0">
                <a:latin typeface="Times" panose="02020603050405020304" pitchFamily="18" charset="0"/>
              </a:rPr>
              <a:t/>
            </a:r>
            <a:br>
              <a:rPr lang="en-US" sz="1400" dirty="0">
                <a:latin typeface="Times" panose="02020603050405020304" pitchFamily="18" charset="0"/>
              </a:rPr>
            </a:br>
            <a:r>
              <a:rPr lang="en-US" sz="1400" b="1" dirty="0">
                <a:latin typeface="Times" panose="02020603050405020304" pitchFamily="18" charset="0"/>
              </a:rPr>
              <a:t>MAY, 2024</a:t>
            </a:r>
            <a:r>
              <a:rPr lang="en-US" sz="1400" dirty="0">
                <a:latin typeface="Times" panose="02020603050405020304" pitchFamily="18" charset="0"/>
              </a:rPr>
              <a:t/>
            </a:r>
            <a:br>
              <a:rPr lang="en-US" sz="1400" dirty="0">
                <a:latin typeface="Times" panose="02020603050405020304" pitchFamily="18" charset="0"/>
              </a:rPr>
            </a:br>
            <a:endParaRPr lang="en-US" sz="1400" dirty="0">
              <a:latin typeface="Times" panose="02020603050405020304" pitchFamily="18" charset="0"/>
            </a:endParaRPr>
          </a:p>
        </p:txBody>
      </p:sp>
      <p:sp>
        <p:nvSpPr>
          <p:cNvPr id="3" name="Subtitle 2"/>
          <p:cNvSpPr>
            <a:spLocks noGrp="1"/>
          </p:cNvSpPr>
          <p:nvPr>
            <p:ph type="subTitle" idx="1"/>
          </p:nvPr>
        </p:nvSpPr>
        <p:spPr>
          <a:xfrm flipV="1">
            <a:off x="1524000" y="6207617"/>
            <a:ext cx="9144000" cy="77273"/>
          </a:xfrm>
        </p:spPr>
        <p:txBody>
          <a:bodyPr>
            <a:normAutofit fontScale="25000" lnSpcReduction="20000"/>
          </a:bodyPr>
          <a:lstStyle/>
          <a:p>
            <a:endParaRPr lang="en-US" dirty="0"/>
          </a:p>
        </p:txBody>
      </p:sp>
    </p:spTree>
    <p:extLst>
      <p:ext uri="{BB962C8B-B14F-4D97-AF65-F5344CB8AC3E}">
        <p14:creationId xmlns:p14="http://schemas.microsoft.com/office/powerpoint/2010/main" val="21115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INTRODUCTION</a:t>
            </a:r>
            <a:endParaRPr lang="en-US" dirty="0"/>
          </a:p>
        </p:txBody>
      </p:sp>
      <p:sp>
        <p:nvSpPr>
          <p:cNvPr id="3" name="Content Placeholder 2"/>
          <p:cNvSpPr>
            <a:spLocks noGrp="1"/>
          </p:cNvSpPr>
          <p:nvPr>
            <p:ph idx="1"/>
          </p:nvPr>
        </p:nvSpPr>
        <p:spPr/>
        <p:txBody>
          <a:bodyPr/>
          <a:lstStyle/>
          <a:p>
            <a:r>
              <a:rPr lang="en-US" dirty="0"/>
              <a:t>Face recognition has become a prominent area of research in computer vision (Jain, 2021). The process typically involves extracting facial features such as mouth width and eye width and comparing them with database </a:t>
            </a:r>
            <a:r>
              <a:rPr lang="en-US" dirty="0" smtClean="0"/>
              <a:t>records.</a:t>
            </a:r>
          </a:p>
          <a:p>
            <a:r>
              <a:rPr lang="en-US" dirty="0"/>
              <a:t>Utilizing pre-trained models is advantageous as it saves time and resources compared to building models from scratch (Krizhevsky et al., 2012). Tensor Flow, an open-source AI library developed by Google, offers tools and libraries for model building and </a:t>
            </a:r>
            <a:r>
              <a:rPr lang="en-US" dirty="0" smtClean="0"/>
              <a:t>experimentation. </a:t>
            </a:r>
            <a:endParaRPr lang="en-US" dirty="0"/>
          </a:p>
        </p:txBody>
      </p:sp>
    </p:spTree>
    <p:extLst>
      <p:ext uri="{BB962C8B-B14F-4D97-AF65-F5344CB8AC3E}">
        <p14:creationId xmlns:p14="http://schemas.microsoft.com/office/powerpoint/2010/main" val="266426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STATEMENT OF THE PROBLEM</a:t>
            </a:r>
            <a:endParaRPr lang="en-US" dirty="0"/>
          </a:p>
        </p:txBody>
      </p:sp>
      <p:sp>
        <p:nvSpPr>
          <p:cNvPr id="3" name="Content Placeholder 2"/>
          <p:cNvSpPr>
            <a:spLocks noGrp="1"/>
          </p:cNvSpPr>
          <p:nvPr>
            <p:ph idx="1"/>
          </p:nvPr>
        </p:nvSpPr>
        <p:spPr/>
        <p:txBody>
          <a:bodyPr>
            <a:normAutofit lnSpcReduction="10000"/>
          </a:bodyPr>
          <a:lstStyle/>
          <a:p>
            <a:r>
              <a:rPr lang="en-US" dirty="0"/>
              <a:t>Despite the remarkable progress in face recognition technology, there are still several challenges that researchers and practitioners aim to overcome. Issues such as occlusions, variations in facial features due to aging, and the need for real-time processing in dynamic environments pose significant </a:t>
            </a:r>
            <a:r>
              <a:rPr lang="en-US" dirty="0" smtClean="0"/>
              <a:t>obstacles.</a:t>
            </a:r>
          </a:p>
          <a:p>
            <a:r>
              <a:rPr lang="en-US" dirty="0"/>
              <a:t>This study seeks to address these challenges and contribute to the ongoing improvement of face recognition systems using Convolutional Neural Networks.</a:t>
            </a:r>
          </a:p>
          <a:p>
            <a:pPr lvl="0"/>
            <a:r>
              <a:rPr lang="en-US" dirty="0"/>
              <a:t>How to accurately identify faces from images.</a:t>
            </a:r>
          </a:p>
          <a:p>
            <a:r>
              <a:rPr lang="en-US" dirty="0"/>
              <a:t>How to effectively classify faces into different categories (e.g., age, gender, emotion).</a:t>
            </a:r>
          </a:p>
        </p:txBody>
      </p:sp>
    </p:spTree>
    <p:extLst>
      <p:ext uri="{BB962C8B-B14F-4D97-AF65-F5344CB8AC3E}">
        <p14:creationId xmlns:p14="http://schemas.microsoft.com/office/powerpoint/2010/main" val="1733805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AIMS AND OBJECTIVES</a:t>
            </a:r>
            <a:endParaRPr lang="en-US" dirty="0"/>
          </a:p>
        </p:txBody>
      </p:sp>
      <p:sp>
        <p:nvSpPr>
          <p:cNvPr id="3" name="Content Placeholder 2"/>
          <p:cNvSpPr>
            <a:spLocks noGrp="1"/>
          </p:cNvSpPr>
          <p:nvPr>
            <p:ph idx="1"/>
          </p:nvPr>
        </p:nvSpPr>
        <p:spPr/>
        <p:txBody>
          <a:bodyPr/>
          <a:lstStyle/>
          <a:p>
            <a:r>
              <a:rPr lang="en-US" dirty="0"/>
              <a:t>The primary aim of this research is to design, implement, and evaluate a Face Recognition System based on Convolutional Neural Networks. The specific objectives include:</a:t>
            </a:r>
          </a:p>
          <a:p>
            <a:pPr lvl="0"/>
            <a:r>
              <a:rPr lang="en-US" dirty="0"/>
              <a:t>To review existing literature on face recognition systems, emphasizing the role of Convolutional Neural Networks.</a:t>
            </a:r>
          </a:p>
          <a:p>
            <a:pPr lvl="0"/>
            <a:r>
              <a:rPr lang="en-US" dirty="0"/>
              <a:t>To develop a robust and efficient face recognition system using state-of-the-art CNN architectures.</a:t>
            </a:r>
          </a:p>
          <a:p>
            <a:pPr lvl="0"/>
            <a:r>
              <a:rPr lang="en-US" dirty="0"/>
              <a:t>To assess the performance of the proposed system under various conditions, including variations in lighting, pose, and facial expressions.</a:t>
            </a:r>
          </a:p>
        </p:txBody>
      </p:sp>
    </p:spTree>
    <p:extLst>
      <p:ext uri="{BB962C8B-B14F-4D97-AF65-F5344CB8AC3E}">
        <p14:creationId xmlns:p14="http://schemas.microsoft.com/office/powerpoint/2010/main" val="1689315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METHODOLOGY</a:t>
            </a:r>
            <a:endParaRPr lang="en-US" dirty="0"/>
          </a:p>
        </p:txBody>
      </p:sp>
      <p:sp>
        <p:nvSpPr>
          <p:cNvPr id="3" name="Content Placeholder 2"/>
          <p:cNvSpPr>
            <a:spLocks noGrp="1"/>
          </p:cNvSpPr>
          <p:nvPr>
            <p:ph idx="1"/>
          </p:nvPr>
        </p:nvSpPr>
        <p:spPr/>
        <p:txBody>
          <a:bodyPr/>
          <a:lstStyle/>
          <a:p>
            <a:r>
              <a:rPr lang="en-US" dirty="0"/>
              <a:t>If the research involves the development of software, this section will outline the methodology followed in the software development lifecycle. It may include methodologies such as Agile, Waterfall, or Spiral model, along with specifics regarding requirements gathering, design, implementation, testing, and deployment phases</a:t>
            </a:r>
          </a:p>
        </p:txBody>
      </p:sp>
    </p:spTree>
    <p:extLst>
      <p:ext uri="{BB962C8B-B14F-4D97-AF65-F5344CB8AC3E}">
        <p14:creationId xmlns:p14="http://schemas.microsoft.com/office/powerpoint/2010/main" val="4095979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928352" y="3103809"/>
            <a:ext cx="10515600" cy="3754191"/>
          </a:xfrm>
        </p:spPr>
        <p:txBody>
          <a:bodyPr>
            <a:normAutofit/>
          </a:bodyPr>
          <a:lstStyle/>
          <a:p>
            <a:r>
              <a:rPr lang="en-US" sz="2800" dirty="0"/>
              <a:t>Agile project management is a methodology widely used in software development that emphasizes adaptability, collaboration, and iterative progress. The Agile approach breaks down the project into smaller increments called iterations or sprints, allowing teams to deliver usable and valuable software quickly and continuously improve it based on feedback.</a:t>
            </a:r>
            <a:br>
              <a:rPr lang="en-US" sz="2800" dirty="0"/>
            </a:br>
            <a:r>
              <a:rPr lang="en-US" sz="2800" dirty="0"/>
              <a:t>The Agile life cycle consists of six key stages, represented in a circular diagram:</a:t>
            </a:r>
            <a:br>
              <a:rPr lang="en-US" sz="2800" dirty="0"/>
            </a:br>
            <a:endParaRPr lang="en-US"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52293" y="1"/>
            <a:ext cx="5486400" cy="3103808"/>
          </a:xfrm>
        </p:spPr>
      </p:pic>
    </p:spTree>
    <p:extLst>
      <p:ext uri="{BB962C8B-B14F-4D97-AF65-F5344CB8AC3E}">
        <p14:creationId xmlns:p14="http://schemas.microsoft.com/office/powerpoint/2010/main" val="4236566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RESULT AND DISCUSSSION</a:t>
            </a:r>
            <a:endParaRPr lang="en-US" dirty="0"/>
          </a:p>
        </p:txBody>
      </p:sp>
      <p:sp>
        <p:nvSpPr>
          <p:cNvPr id="3" name="Content Placeholder 2"/>
          <p:cNvSpPr>
            <a:spLocks noGrp="1"/>
          </p:cNvSpPr>
          <p:nvPr>
            <p:ph idx="1"/>
          </p:nvPr>
        </p:nvSpPr>
        <p:spPr/>
        <p:txBody>
          <a:bodyPr/>
          <a:lstStyle/>
          <a:p>
            <a:r>
              <a:rPr lang="en-US" dirty="0" smtClean="0"/>
              <a:t>System analysis is a detailed examination of a system’s components and how they interact with each other to achieve specific objectives. it involves understanding and documenting the system’s functionality, performance , requirements. this process is critical for designing, developing, and implementing a effective system in the context of face recognition system.   </a:t>
            </a:r>
            <a:endParaRPr lang="en-US" dirty="0"/>
          </a:p>
        </p:txBody>
      </p:sp>
    </p:spTree>
    <p:extLst>
      <p:ext uri="{BB962C8B-B14F-4D97-AF65-F5344CB8AC3E}">
        <p14:creationId xmlns:p14="http://schemas.microsoft.com/office/powerpoint/2010/main" val="417309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 AND RECOMMENDATION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a:t>In this study, we have successfully developed a face recognition system using machine learning techniques. The system demonstrates high accuracy, robustness to varying conditions, and real-time processing capabilities. Through careful data collection, preprocessing, model training, and integration, we have achieved our primary objectives.</a:t>
            </a:r>
          </a:p>
          <a:p>
            <a:r>
              <a:rPr lang="en-US" dirty="0"/>
              <a:t>While the face recognition system has shown promising results, there are several avenues for future research and improvement:</a:t>
            </a:r>
          </a:p>
          <a:p>
            <a:pPr marL="0" indent="0">
              <a:buNone/>
            </a:pPr>
            <a:r>
              <a:rPr lang="en-US" dirty="0"/>
              <a:t> </a:t>
            </a:r>
          </a:p>
          <a:p>
            <a:pPr marL="0" indent="0">
              <a:buNone/>
            </a:pPr>
            <a:r>
              <a:rPr lang="en-US" dirty="0" smtClean="0"/>
              <a:t> </a:t>
            </a:r>
            <a:r>
              <a:rPr lang="en-US" dirty="0"/>
              <a:t>Enhanced Robustness: Further research can focus on improving the system's robustness to extreme conditions such as low lighting, occlusions, and pose variations. Techniques like data augmentation and adversarial training could be explored to enhance the system's generalization ability.</a:t>
            </a:r>
          </a:p>
          <a:p>
            <a:endParaRPr lang="en-US" dirty="0"/>
          </a:p>
        </p:txBody>
      </p:sp>
    </p:spTree>
    <p:extLst>
      <p:ext uri="{BB962C8B-B14F-4D97-AF65-F5344CB8AC3E}">
        <p14:creationId xmlns:p14="http://schemas.microsoft.com/office/powerpoint/2010/main" val="3913608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THANK YOU</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343529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523</Words>
  <Application>Microsoft Office PowerPoint</Application>
  <PresentationFormat>Widescreen</PresentationFormat>
  <Paragraphs>25</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vt:lpstr>
      <vt:lpstr>Office Theme</vt:lpstr>
      <vt:lpstr>A FACE RECOGNITION SYSTEM USING COMPUTER VISION AND MACHING LEARNING       BY:       ABDULKADIR SANUSI K ATIKU H21CS097             A PROJECT SUBMITTED TO THE DEPARTMENT OF COMPUTER STUDIES HASSAN USMAN KATSINA POLYTECHNIC, KATSINA STATE  IN PARTIAL FULFILLMENT OF THE REQUIREMENTS FOR THE AWARD OF HIGHER NATIONAL DIPLOMA IN COMPUTER SCIENCE           MAY, 2024 </vt:lpstr>
      <vt:lpstr>INTRODUCTION</vt:lpstr>
      <vt:lpstr>STATEMENT OF THE PROBLEM</vt:lpstr>
      <vt:lpstr>AIMS AND OBJECTIVES</vt:lpstr>
      <vt:lpstr>METHODOLOGY</vt:lpstr>
      <vt:lpstr>Agile project management is a methodology widely used in software development that emphasizes adaptability, collaboration, and iterative progress. The Agile approach breaks down the project into smaller increments called iterations or sprints, allowing teams to deliver usable and valuable software quickly and continuously improve it based on feedback. The Agile life cycle consists of six key stages, represented in a circular diagram: </vt:lpstr>
      <vt:lpstr>RESULT AND DISCUSSSION</vt:lpstr>
      <vt:lpstr>CONCLUSION AND RECOMMENDATION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FACE RECOGNITION SYSTEM USING COMPUTER VISION AND MACHING LEARNING       BY:       ABDULKADIR SANUSI K ATIKU H21CS097             A PROJECT SUBMITTED TO THE DEPARTMENT OF COMPUTER STUDIES HASSAN USMAN KATSINA POLYTECHNIC, KATSINA STATE  IN PARTIAL FULFILLMENT OF THE REQUIREMENTS FOR THE AWARD OF HIGHER NATIONAL DIPLOMA IN COMPUTER SCIENCE           MAY, 2024</dc:title>
  <dc:creator>acer</dc:creator>
  <cp:lastModifiedBy>acer</cp:lastModifiedBy>
  <cp:revision>5</cp:revision>
  <dcterms:created xsi:type="dcterms:W3CDTF">2024-05-15T20:49:34Z</dcterms:created>
  <dcterms:modified xsi:type="dcterms:W3CDTF">2024-05-15T21:12:55Z</dcterms:modified>
</cp:coreProperties>
</file>